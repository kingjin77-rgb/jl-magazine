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이스트힐아파트 입주자대표회의 공동주택 하자소송 수행 제안서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판결까지 직접 수행한 실적으로 말씀드립니다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법무법인 제이엘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하자소송을 조사부터 판결까지 직접 수행해 온 법인입니다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대표변호사 인사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대표변호사와 함께 5인의 변호사가 이 사건을 수행합니다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단독으로 판결까지 수행한 18건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건설 전문성과 배상 안전장치를 함께 갖췄습니다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하자소송의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하자소송은 "고쳐 달라"가 아니라 "고칠 돈을 달라"는 소송입니다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집합건물법과 공동주택관리법이 함께 적용됩니다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담보책임 존속기간은 공종에 따라 2년에서 10년까지 구분됩니다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동의(채권양도) 세대 비율이 곧 청구 규모입니다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청구 상대방은 분양자·시공자·보증기관 셋으로 나뉩니다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단지 진단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이스트힐아파트의 기본 현황입니다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이스트힐아파트의 담보책임기간, 공종별로 여유와 도과가 갈립니다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이스트힐아파트 하자 접수는 유형별·동별로 이렇게 집계됩니다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이스트힐아파트은 하자보수를 요청했지만 이행되지 않았습니다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이스트힐아파트 분양 당시 고지된 사양과 실제 시공을 대조합니다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하자 발굴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하자조사는 90일 동안 5단계로 진행되며, 단계마다 산출물이 남습니다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설계도서에 있는 예비전원장치·홈게이트웨이가 실제로는 없습니다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타일 탈락면 사진만으로는 부족률이 보이지 않습니다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방수 두께는 원·피고 감정인 공동조사 실측으로 증명합니다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외관은 멀쩡해도 내화·차연 성능시험에서 미달이 드러납니다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수행 계획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감정 절차가 소송 전체 소요기간을 좌우합니다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동의서 징구는 법인이 직접 수행합니다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감정 절차 전 과정에 협력 기술진이 함께합니다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진행 상황은 정기적으로, 정해진 창구로 보고합니다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착수부터 보수공사까지 전체 일정입니다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비용과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착수금과 성공보수는 법인 내부 확정 후 표기합니다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감정료·인지대·송달료는 법인이 전액 대납합니다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감정 결과와 법원 판단에 따라 결과는 달라질 수 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입주자대표회의가 자주 묻는 질문입니다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이스트힐아파트과 함께 다음 단계를 진행하겠습니다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이스트힐아파트 입주자대표회의 공동주택 하자소송 수행 제안서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판결까지 직접 수행한 실적으로 말씀드립니다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목차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법무법인 제이엘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하자소송을 조사부터 판결까지 직접 수행해 온 법인입니다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대표변호사 인사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대표변호사와 함께 5인의 변호사가 이 사건을 수행합니다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단독으로 판결까지 수행한 18건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건설 전문성과 배상 안전장치를 함께 갖췄습니다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하자소송의 구조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하자소송은 "고쳐 달라"가 아니라 "고칠 돈을 달라"는 소송입니다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집합건물법과 공동주택관리법이 함께 적용됩니다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담보책임 존속기간은 공종에 따라 2년에서 10년까지 구분됩니다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동의(채권양도) 세대 비율이 곧 청구 규모입니다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청구 상대방은 분양자·시공자·보증기관 셋으로 나뉩니다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단지 진단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이스트힐아파트의 기본 현황입니다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이스트힐아파트의 담보책임기간, 공종별로 여유와 도과가 갈립니다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이스트힐아파트 하자 접수는 유형별·동별로 이렇게 집계됩니다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이스트힐아파트은 하자보수를 요청했지만 이행되지 않았습니다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이스트힐아파트 분양 당시 고지된 사양과 실제 시공을 대조합니다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하자 발굴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하자조사는 90일 동안 5단계로 진행되며, 단계마다 산출물이 남습니다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설계도서에 있는 예비전원장치·홈게이트웨이가 실제로는 없습니다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타일 탈락면 사진만으로는 부족률이 보이지 않습니다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방수 두께는 원·피고 감정인 공동조사 실측으로 증명합니다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외관은 멀쩡해도 내화·차연 성능시험에서 미달이 드러납니다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수행 계획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감정 절차가 소송 전체 소요기간을 좌우합니다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동의서 징구는 법인이 직접 수행합니다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감정 절차 전 과정에 협력 기술진이 함께합니다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진행 상황은 정기적으로, 정해진 창구로 보고합니다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착수부터 보수공사까지 전체 일정입니다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비용과 조건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착수금과 성공보수는 법인 내부 확정 후 표기합니다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감정료·인지대·송달료는 법인이 전액 대납합니다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감정 결과와 법원 판단에 따라 결과는 달라질 수 있습니다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마무리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입주자대표회의가 자주 묻는 질문입니다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00" y="63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FFFFF"/>
                </a:solidFill>
              </a:rPr>
              <a:t>이스트힐아파트과 함께 다음 단계를 진행하겠습니다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